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embeddedFontLst>
    <p:embeddedFont>
      <p:font typeface="Pretendard" panose="02000503000000020004" pitchFamily="2" charset="-127"/>
      <p:regular r:id="rId4"/>
      <p:bold r:id="rId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646" autoAdjust="0"/>
    <p:restoredTop sz="96301"/>
  </p:normalViewPr>
  <p:slideViewPr>
    <p:cSldViewPr>
      <p:cViewPr varScale="1">
        <p:scale>
          <a:sx n="156" d="100"/>
          <a:sy n="156" d="100"/>
        </p:scale>
        <p:origin x="200" y="400"/>
      </p:cViewPr>
      <p:guideLst>
        <p:guide orient="horz" pos="1611"/>
        <p:guide pos="287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2.fntdata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E2B2BC9D-A816-4D0A-858B-1D023B3A8ACA}" type="datetime1">
              <a:rPr lang="ko-KR" altLang="en-US"/>
              <a:pPr lvl="0">
                <a:defRPr lang="ko-KR" altLang="en-US"/>
              </a:pPr>
              <a:t>2026. 10. 12.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09F4262C-968C-4EE9-8164-CE16364706B3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3D61B-4551-4FD2-AA00-C6D5670339EB}" type="datetimeFigureOut">
              <a:rPr lang="ko-KR" altLang="en-US" smtClean="0"/>
              <a:pPr/>
              <a:t>2026. 10. 12.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64E0E-B518-455F-801D-0D764F85AF0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CCC3D61B-4551-4FD2-AA00-C6D5670339EB}" type="datetime1">
              <a:rPr lang="ko-KR" altLang="en-US"/>
              <a:pPr lvl="0">
                <a:defRPr lang="ko-KR" altLang="en-US"/>
              </a:pPr>
              <a:t>2026. 10. 12.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9E664E0E-B518-455F-801D-0D764F85AF04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CCC3D61B-4551-4FD2-AA00-C6D5670339EB}" type="datetime1">
              <a:rPr lang="ko-KR" altLang="en-US"/>
              <a:pPr lvl="0">
                <a:defRPr lang="ko-KR" altLang="en-US"/>
              </a:pPr>
              <a:t>2026. 10. 12.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9E664E0E-B518-455F-801D-0D764F85AF04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2개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CCC3D61B-4551-4FD2-AA00-C6D5670339EB}" type="datetime1">
              <a:rPr lang="ko-KR" altLang="en-US"/>
              <a:pPr lvl="0">
                <a:defRPr lang="ko-KR" altLang="en-US"/>
              </a:pPr>
              <a:t>2026. 10. 12.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9E664E0E-B518-455F-801D-0D764F85AF04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CCC3D61B-4551-4FD2-AA00-C6D5670339EB}" type="datetime1">
              <a:rPr lang="ko-KR" altLang="en-US"/>
              <a:pPr lvl="0">
                <a:defRPr lang="ko-KR" altLang="en-US"/>
              </a:pPr>
              <a:t>2026. 10. 12.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9E664E0E-B518-455F-801D-0D764F85AF04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CCC3D61B-4551-4FD2-AA00-C6D5670339EB}" type="datetime1">
              <a:rPr lang="ko-KR" altLang="en-US"/>
              <a:pPr lvl="0">
                <a:defRPr lang="ko-KR" altLang="en-US"/>
              </a:pPr>
              <a:t>2026. 10. 12.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9E664E0E-B518-455F-801D-0D764F85AF04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CCC3D61B-4551-4FD2-AA00-C6D5670339EB}" type="datetime1">
              <a:rPr lang="ko-KR" altLang="en-US"/>
              <a:pPr lvl="0">
                <a:defRPr lang="ko-KR" altLang="en-US"/>
              </a:pPr>
              <a:t>2026. 10. 12.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9E664E0E-B518-455F-801D-0D764F85AF04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및 설명" type="objTx" preserve="1">
  <p:cSld name="내용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CCC3D61B-4551-4FD2-AA00-C6D5670339EB}" type="datetime1">
              <a:rPr lang="ko-KR" altLang="en-US"/>
              <a:pPr lvl="0">
                <a:defRPr lang="ko-KR" altLang="en-US"/>
              </a:pPr>
              <a:t>2026. 10. 12.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9E664E0E-B518-455F-801D-0D764F85AF04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그림 및 설명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CCC3D61B-4551-4FD2-AA00-C6D5670339EB}" type="datetime1">
              <a:rPr lang="ko-KR" altLang="en-US"/>
              <a:pPr lvl="0">
                <a:defRPr lang="ko-KR" altLang="en-US"/>
              </a:pPr>
              <a:t>2026. 10. 12.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9E664E0E-B518-455F-801D-0D764F85AF04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본문" type="vertTx" preserve="1">
  <p:cSld name="제목 및 세로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CCC3D61B-4551-4FD2-AA00-C6D5670339EB}" type="datetime1">
              <a:rPr lang="ko-KR" altLang="en-US"/>
              <a:pPr lvl="0">
                <a:defRPr lang="ko-KR" altLang="en-US"/>
              </a:pPr>
              <a:t>2026. 10. 12.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9E664E0E-B518-455F-801D-0D764F85AF04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본문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CCC3D61B-4551-4FD2-AA00-C6D5670339EB}" type="datetime1">
              <a:rPr lang="ko-KR" altLang="en-US"/>
              <a:pPr lvl="0">
                <a:defRPr lang="ko-KR" altLang="en-US"/>
              </a:pPr>
              <a:t>2026. 10. 12.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9E664E0E-B518-455F-801D-0D764F85AF04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C3D61B-4551-4FD2-AA00-C6D5670339EB}" type="datetimeFigureOut">
              <a:rPr lang="ko-KR" altLang="en-US" smtClean="0"/>
              <a:pPr/>
              <a:t>2026. 10. 12.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664E0E-B518-455F-801D-0D764F85AF0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598289"/>
            <a:ext cx="9144000" cy="1102519"/>
          </a:xfrm>
        </p:spPr>
        <p:txBody>
          <a:bodyPr>
            <a:noAutofit/>
          </a:bodyPr>
          <a:lstStyle/>
          <a:p>
            <a:pPr>
              <a:lnSpc>
                <a:spcPts val="6000"/>
              </a:lnSpc>
              <a:defRPr lang="ko-KR" altLang="en-US"/>
            </a:pPr>
            <a:r>
              <a:rPr lang="ko-KR" altLang="en-US" sz="4200" b="1" dirty="0">
                <a:solidFill>
                  <a:srgbClr val="FFFFFF"/>
                </a:solidFill>
                <a:latin typeface="+mn-lt"/>
              </a:rPr>
              <a:t>가사 </a:t>
            </a:r>
            <a:r>
              <a:rPr lang="en-US" altLang="ko-KR" sz="4200" b="1" dirty="0">
                <a:solidFill>
                  <a:srgbClr val="FFFFFF"/>
                </a:solidFill>
                <a:latin typeface="+mn-lt"/>
              </a:rPr>
              <a:t>1</a:t>
            </a:r>
            <a:br>
              <a:rPr lang="en-US" altLang="ko-KR" sz="4200" b="1" dirty="0">
                <a:solidFill>
                  <a:srgbClr val="FFFFFF"/>
                </a:solidFill>
                <a:latin typeface="+mn-lt"/>
              </a:rPr>
            </a:br>
            <a:r>
              <a:rPr lang="ko-KR" altLang="en-US" sz="4200" b="1" dirty="0">
                <a:solidFill>
                  <a:srgbClr val="FFFFFF"/>
                </a:solidFill>
                <a:latin typeface="+mn-lt"/>
              </a:rPr>
              <a:t>가사 </a:t>
            </a:r>
            <a:r>
              <a:rPr lang="en-US" altLang="ko-KR" sz="4200" b="1" dirty="0">
                <a:solidFill>
                  <a:srgbClr val="FFFFFF"/>
                </a:solidFill>
                <a:latin typeface="+mn-lt"/>
              </a:rPr>
              <a:t>2</a:t>
            </a:r>
            <a:endParaRPr lang="ko-KR" altLang="en-US" sz="4200" b="1" dirty="0">
              <a:solidFill>
                <a:srgbClr val="FFFFFF"/>
              </a:solidFill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retendard"/>
        <a:ea typeface="Pretendard"/>
        <a:cs typeface=""/>
        <a:font script="Jpan" typeface="MS PGothic"/>
        <a:font script="Hang" typeface="Pretendard"/>
        <a:font script="Hans" typeface="SimSun"/>
        <a:font script="Hant" typeface="PMingLiU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Pretendard"/>
        <a:ea typeface="Pretendard"/>
        <a:cs typeface=""/>
        <a:font script="Jpan" typeface="MS PGothic"/>
        <a:font script="Hang" typeface="Pretendard"/>
        <a:font script="Hans" typeface="SimSun"/>
        <a:font script="Hant" typeface="PMingLiU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Pretendard"/>
        <a:ea typeface="Pretendard"/>
        <a:cs typeface="Pretendard"/>
      </a:majorFont>
      <a:minorFont>
        <a:latin typeface="Pretendard"/>
        <a:ea typeface="Pretendard"/>
        <a:cs typeface="Pretendard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화면 슬라이드 쇼(16:9)</PresentationFormat>
  <ScaleCrop>false</ScaleCrop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2026-01-01T00:00:00Z</dcterms:created>
  <dcterms:modified xsi:type="dcterms:W3CDTF">2026-01-01T00:00:00Z</dcterms:modified>
</cp:coreProperties>
</file>